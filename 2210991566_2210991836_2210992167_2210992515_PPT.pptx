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7559675" cy="10691800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90c5a92b6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90c5a92b6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0c5a92b6_0_3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90c5a92b6_0_3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90c5a92b6_0_2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90c5a92b6_0_2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90c5a92b6_0_1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90c5a92b6_0_1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90c5a92b6_0_1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90c5a92b6_0_1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Assessing the Global Technical Debt Crisis</a:t>
            </a:r>
            <a:endParaRPr b="1" i="1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Garvit Pruthi, 2210991566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Kushalpreet Kaur, 2210991836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Ritika, 2210992167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Vartika Yadav, 2210992515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Rajat Takkar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software world in 2026 is going through a change known as the "Great Rebuild" because of coding fixes over the years that have added up to a huge problem.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accumulated problem has led to 61 billion lost workdays globally.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Technical debt refers to the cost of taking shortcuts when coding, which seems like a good idea initially but causes problems later.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used to be a departmental issue, but it is now affecting the whole economy and stopping new ideas from happening.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"Great Rebuild" is the industry's reaction to this problem, aiming to make software better and more sustainable.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58525" y="0"/>
            <a:ext cx="64182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Legacy of the 2022-2025 AI Gold Rush 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64003" y="1109750"/>
            <a:ext cx="51609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From 2022 to 2025, companies rushed to add Generative AI, focusing on being first to market rather than ensuring well-built systems.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led to deploying AI-generated code with little human review or validation.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These systems were hard to maintain because they were not well-structured and lacked clear documentation.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Companies are now stuck with this legacy AI code and spend nearly 85 percent of their time just keeping it running.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Only companies that aggressively fix their debt can survive the transition to truly autonomous AI.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4903" y="1671850"/>
            <a:ext cx="3514296" cy="351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Framework: The TDR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Technical Debt Ratio (TDR) measures if a system is sustainable.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is found using the formula: TDR = Remediation Cost (RC) / Development Cost (DC).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2021, big companies had a TDR of around 0.15 to 0.20, but by 2026, the TDR jumped to 0.45 in a lot of areas.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high ratio means almost half of a developer's time is spent dealing with shortcuts.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causes a "Maintenance Death Spiral," where all engineering time is spent fixing problems, stopping the company from coming up with new ideas.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7" title="Screenshot 2026-05-13 at 11.39.3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075" y="4691150"/>
            <a:ext cx="579120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Production Code Status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Research analyzed 10 billion lines of code across 47,000 applications from 17 countries to understand global software health.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Findings show that 45 percent of the code used in production environments around the world is considered "fragile".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Fragile code is too complicated, has circular dependencies, lacks automated tests, and is likely to fail with autonomous AI agents.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30 percent of this fragile code is "vibe-coded" legacy, meaning it was made by Large Language Models between 2022 and 2025 and put to use without being properly fixed.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8" title="Screenshot 2026-05-13 at 11.40.0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212" y="4438050"/>
            <a:ext cx="7363573" cy="21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15% Remediation Rule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Companies should spend 15% of their engineering time on fixing technical debt and making their systems more modern.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When organizations follow this rule, they are 3.2 times more likely to meet their goals for AI projects than companies using 5% or less.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When the TDR gets above 0.40, the Return on Investment (ROI) for AI features drops by about 60% due to a high maintenance tax.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 keep important systems like healthcare and supply chains running safely, continuous modernization is required.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19" title="Screenshot 2026-05-13 at 11.40.4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5" y="4330151"/>
            <a:ext cx="8022052" cy="21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81925" y="0"/>
            <a:ext cx="63948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 Disparities &amp; Future Outlook 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Established markets like the U.S. and Europe have higher technical debt because older infrastructure was quickly combined with AI.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Emerging markets like India and Southeast Asia are building with modern standards, resulting in an average technical debt ratio 25% lower than in established countries.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Technical debt is highly risky for critical infrastructure; 60% of healthcare leaders report it has slowed down AI-driven tools, and supply chains face a 15% efficiency loss.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tech industry must deal with the 61 billion workday burden and move to an AI-native future built on a solid, long-lasting foundation.</a:t>
            </a:r>
            <a:endParaRPr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